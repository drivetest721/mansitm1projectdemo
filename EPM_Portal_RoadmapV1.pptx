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38912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040587"/>
            <a:ext cx="341986" cy="341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KICKOFF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EPM Portal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Analytics Portal to Production-Grade Enterprise System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• Reliability • Production Readiness Review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Abhimanyu Sureka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1,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line of code, the project was scoped around five goals: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1800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018" y="2461382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2037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MB of Data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34440" y="25328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large-scale dataset — not a toy demo — to prove the architecture holds up under real volume.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683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18" y="3311774"/>
            <a:ext cx="225308" cy="2253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05409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234440" y="3383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accounting &amp; finance data: revenue, payroll, budget, forecast, general ledger — not generic sample data.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0187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18" y="4162166"/>
            <a:ext cx="225308" cy="2253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044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34440" y="4233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 browser, not a desktop tool — a React + FastAPI web app instead of a thick client.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8691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18" y="5012558"/>
            <a:ext cx="225308" cy="2253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7548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Accountants &amp; CAs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234440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how accounting professionals actually work — P&amp;L, Balance Sheet, Consolidation, standard account hierarchies.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7195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18" y="5862950"/>
            <a:ext cx="225308" cy="2253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56052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Cubes &amp; TM1 Knowledge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234440" y="593445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multidimensional modeling expertise — dimensions, hierarchies &amp; cube-style analysis, translated from TM1 / Planning Analytics into SQL Server.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web stack chosen to be accessible, maintainable, and familiar to enterprise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54934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+ ShadCN UI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for visualization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+ Axios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3957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059" y="254934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63440" y="35661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docs (auto-generated)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21031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23957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39" y="254934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03920" y="35661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REAL_L001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TM1EnterpriseDB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 tables + 8 dimension tables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semantic views powering the cubes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Goal &amp; 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agenda: walk through the EPM Portal module by module — every page below is built and connects live to SQL Server.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4846320" cy="457200"/>
          </a:xfrm>
          <a:prstGeom prst="roundRect">
            <a:avLst>
              <a:gd name="adj" fmla="val 50000"/>
            </a:avLst>
          </a:prstGeom>
          <a:solidFill>
            <a:srgbClr val="E8F8F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568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30" y="2157618"/>
            <a:ext cx="128748" cy="1287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modules connect live to SQL Server (TM1EnterpriseDB)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79123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3" y="2881536"/>
            <a:ext cx="160934" cy="1609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7157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51560" y="289734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&amp; revenue/workforce trend charts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308169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3" y="3410581"/>
            <a:ext cx="160934" cy="1609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24481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Cube Explorer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051560" y="3426387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revenue, cost &amp; margin analysis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83721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3" y="3939627"/>
            <a:ext cx="160934" cy="1609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773859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Reporting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51560" y="3955433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compensation &amp; headcount analysis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43662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3" y="4468673"/>
            <a:ext cx="160934" cy="1609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4302905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Budgeting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051560" y="4484479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by account, department &amp; entity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" y="489530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3" y="4997719"/>
            <a:ext cx="160934" cy="16093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51560" y="4831951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Analysis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051560" y="5013525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 — Base / Best / Worst case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48640" y="5424351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3" y="5526764"/>
            <a:ext cx="160934" cy="16093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5360997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Statement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1051560" y="554257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profit &amp; loss with account hierarchy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48640" y="5953397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3" y="6055810"/>
            <a:ext cx="160934" cy="16093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051560" y="589004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1051560" y="607161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liabilities &amp; equity by entity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309360" y="304364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1773" y="3146059"/>
            <a:ext cx="160934" cy="16093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812280" y="2980291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Consolidation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6812280" y="3161865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hierarchy &amp; intercompany elimination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6309360" y="3572691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1773" y="3675104"/>
            <a:ext cx="160934" cy="16093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812280" y="3509337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Explorer</a:t>
            </a:r>
            <a:endParaRPr lang="en-US" sz="1250" dirty="0"/>
          </a:p>
        </p:txBody>
      </p:sp>
      <p:sp>
        <p:nvSpPr>
          <p:cNvPr id="44" name="Text 32"/>
          <p:cNvSpPr/>
          <p:nvPr/>
        </p:nvSpPr>
        <p:spPr>
          <a:xfrm>
            <a:off x="6812280" y="369091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cube metadata &amp; sample data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309360" y="4101737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1773" y="4204150"/>
            <a:ext cx="160934" cy="16093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812280" y="403838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Explorer</a:t>
            </a:r>
            <a:endParaRPr lang="en-US" sz="1250" dirty="0"/>
          </a:p>
        </p:txBody>
      </p:sp>
      <p:sp>
        <p:nvSpPr>
          <p:cNvPr id="48" name="Text 35"/>
          <p:cNvSpPr/>
          <p:nvPr/>
        </p:nvSpPr>
        <p:spPr>
          <a:xfrm>
            <a:off x="6812280" y="421995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Product, Customer, Entity &amp; Time hierarchies</a:t>
            </a:r>
            <a:endParaRPr lang="en-US" sz="1000" dirty="0"/>
          </a:p>
        </p:txBody>
      </p:sp>
      <p:sp>
        <p:nvSpPr>
          <p:cNvPr id="49" name="Shape 36"/>
          <p:cNvSpPr/>
          <p:nvPr/>
        </p:nvSpPr>
        <p:spPr>
          <a:xfrm>
            <a:off x="6309360" y="4630783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1773" y="4733196"/>
            <a:ext cx="160934" cy="16093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812280" y="45674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TM1 Architecture</a:t>
            </a:r>
            <a:endParaRPr lang="en-US" sz="1250" dirty="0"/>
          </a:p>
        </p:txBody>
      </p:sp>
      <p:sp>
        <p:nvSpPr>
          <p:cNvPr id="52" name="Text 38"/>
          <p:cNvSpPr/>
          <p:nvPr/>
        </p:nvSpPr>
        <p:spPr>
          <a:xfrm>
            <a:off x="6812280" y="474900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 to TM1 / Planning Analytics concepts</a:t>
            </a:r>
            <a:endParaRPr lang="en-US" sz="1000" dirty="0"/>
          </a:p>
        </p:txBody>
      </p:sp>
      <p:sp>
        <p:nvSpPr>
          <p:cNvPr id="53" name="Shape 39"/>
          <p:cNvSpPr/>
          <p:nvPr/>
        </p:nvSpPr>
        <p:spPr>
          <a:xfrm>
            <a:off x="6309360" y="5159829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1773" y="5262241"/>
            <a:ext cx="160934" cy="160934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812280" y="509647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Data Health</a:t>
            </a:r>
            <a:endParaRPr lang="en-US" sz="1250" dirty="0"/>
          </a:p>
        </p:txBody>
      </p:sp>
      <p:sp>
        <p:nvSpPr>
          <p:cNvPr id="56" name="Text 41"/>
          <p:cNvSpPr/>
          <p:nvPr/>
        </p:nvSpPr>
        <p:spPr>
          <a:xfrm>
            <a:off x="6812280" y="5278047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stats &amp; health monitoring</a:t>
            </a:r>
            <a:endParaRPr lang="en-US" sz="1000" dirty="0"/>
          </a:p>
        </p:txBody>
      </p:sp>
      <p:sp>
        <p:nvSpPr>
          <p:cNvPr id="57" name="Shape 42"/>
          <p:cNvSpPr/>
          <p:nvPr/>
        </p:nvSpPr>
        <p:spPr>
          <a:xfrm>
            <a:off x="6309360" y="568887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1773" y="5791287"/>
            <a:ext cx="160934" cy="160934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6812280" y="5625519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View</a:t>
            </a:r>
            <a:endParaRPr lang="en-US" sz="1250" dirty="0"/>
          </a:p>
        </p:txBody>
      </p:sp>
      <p:sp>
        <p:nvSpPr>
          <p:cNvPr id="60" name="Text 44"/>
          <p:cNvSpPr/>
          <p:nvPr/>
        </p:nvSpPr>
        <p:spPr>
          <a:xfrm>
            <a:off x="6812280" y="5807093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TM1-style pivot grid for ad hoc analysis</a:t>
            </a:r>
            <a:endParaRPr lang="en-US" sz="1000" dirty="0"/>
          </a:p>
        </p:txBody>
      </p:sp>
      <p:sp>
        <p:nvSpPr>
          <p:cNvPr id="61" name="Text 4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62" name="Text 46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TO IMPLEMENT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ideas we're floating for a future roadmap discussion — nothing below is scoped, prioritized, or committed yet.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55117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exists today — add JWT-based sign-in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55117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Permissions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Admin / Finance / Manager / Viewer roles already planned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55117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Data Refresh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6676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off live-query-only to caching &amp; scheduled refresh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74573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623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transit, encrypted DB connection, secrets out of code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43400" y="4389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745736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/ Audit Logging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0" y="5623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auditable logs beyond one flat file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389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676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745736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66760" y="5623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dev server to a deployed, monitored system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Portal Stands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frontend, FastAPI backend, SQL Server (TM1EnterpriseDB) — 13 pages covering revenue, workforce, budget, forecast, and financial consolidation, replacing TM1 / IBM Planning Analytics workflows.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57400" y="2532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fully live on SQL Server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57400" y="3493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implemented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57400" y="4453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flat log 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2377440"/>
            <a:ext cx="6217920" cy="3703320"/>
          </a:xfrm>
          <a:prstGeom prst="roundRect">
            <a:avLst>
              <a:gd name="adj" fmla="val 197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2606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place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3017520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 against 8 semantic views (Revenue, Workforce, Budget, Forecast, GL)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password-hashing libraries already in requirements.txt (python-jose, passlib) — unused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already named in planning docs: Admin, Finance, Manager, Viewer — not yet enforced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 scaffolded (/health, /health/database, /health/views)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4617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15000" y="49834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login, session, or route protection — every API endpoint is open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scheduled refresh — every page hits SQL Server live, every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TLS enforcement, no secrets vault, default SECRET_KEY checked into config.py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" y="59582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Authentication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logs in today — every API endpoint is open to anyone on the network.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</a:t>
            </a:r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flow exists. JWT (python-jose) and password hashing (passlib/bcrypt) are already listed in requirements.txt but unused; SECRET_KEY and token-expiry settings are already defined in config.py.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endpoint issuing short-lived JWT access tokens + longer-lived refresh tokens, using libraries already installed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(passlib) — never stored or logged in plain text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/api/* route protected via a FastAPI dependency (Depends(get_current_user)); no more open endpoints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dedicated login page, token attached via Axios interceptor, automatic redirect to login on 401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SECRET_KEY out of config.py defaults into environment-only secrets (ties into Encryption topic)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internal accounts only, or SSO / Azure AD integration for enterprise login?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" y="59582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User-Level Permissions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were already scoped in planning docs — they were never wired into the app.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</a:t>
            </a:r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URL can view or (once auth exists) act on any page — Admin, Finance, Manager, and Viewer are not yet differentiated.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role as a claim inside the JWT issued at login (Admin / Finance / Manager / Viewer)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per-route permission dependency — e.g. only Admin/Finance can view P&amp;L, Balance Sheet, Consolidation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hide or disable nav items and actions the current role can't use, driven by the same role claim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mapping: Admin → full access + Admin/Data Health; Finance → P&amp;L, Balance Sheet, Budget, Consolidation; Manager → Workforce &amp; department budget (read/write own dept); Viewer → read-only dashboards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permission-gated action gets logged with the acting user's role (ties into Detailed Logging)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does the Admin / Finance / Manager / Viewer split match how teams actually work today?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" y="59582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Data Refresh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re-queries SQL Server live, on every load — no caching layer today.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</a:t>
            </a:r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cache.py exists in the backend but heavy aggregation queries (e.g. Revenue Cube, Financial Consolidation) still hit the live views on every request.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pre-aggregation jobs (APScheduler, or a Windows/cron task) to refresh summary tables nightly or hourly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TTL-based cache per endpoint — e.g. Dashboard KPIs every 15 min, cube explorer data hourly, static reference data daily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“Data as of HH:MM” timestamp in the UI, sourced from a LoadDate/ETL column on each fact table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“Refresh Now” control that forces cache invalidation ahead of month-end close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existing DB recommendations: indexing FactSales/FactGL and materializing vw_RevenueCube_Source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what refresh cadence does Finance actually need — real-time, hourly, or nightly?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" y="59582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run unencrypted; a default secret key is checked into source control.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</a:t>
            </a:r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uses Windows Trusted_Connection with no explicit TLS; frontend/backend talk over plain HTTP in dev; config.py ships a hardcoded default SECRET_KEY.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transit: enforce HTTPS/TLS on both the API and frontend in production via a reverse proxy (Nginx or IIS) with a valid certificate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connection: enable Encrypt=yes; TrustServerCertificate on the ODBC connection string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management: move SECRET_KEY and DB credentials out of code and into environment variables or a vault (e.g. Azure Key Vault); rotate on a schedule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rest: enable Transparent Data Encryption (TDE) on the TM1EnterpriseDB database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Passwords: bcrypt hashing (covered under Authentication) — never store or log raw passwords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who owns certificate management and the secrets vault — IT or this team?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" y="59582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/ Audit Logging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today is one flat file with basic INFO-level messages.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</a:t>
            </a:r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logs/application.log captures API requests, SQL errors, and connection failures per the original roadmap — but there's no structure, no audit trail, and no rotation.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 so entries can be ingested into a log platform (ELK, Datadog, Azure Monitor) instead of grepped by hand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Request-level middleware capturing user, endpoint, filters used, duration, and status code on every call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audit log answering “who did what” — logins, permission-denied attempts, exports, and admin actions — tied to the role from Topic 2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rotation and a defined retention window (e.g. 30–90 days) instead of one ever-growing file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into Admin/Data Health: row-count delta alerts and data-freshness SLA per 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what retention window do we need — 30, 60, or 90 days — and is there a compliance driver?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3" y="59582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53312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Readiness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currently a local development portal, not a deployed system.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 </a:t>
            </a:r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via uvicorn --reload, frontend via the Vite dev server; there is no build pipeline, no environment separation, and no monitoring/alerting wired up yet.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Gunicorn + Uvicorn workers behind Nginx/IIS; disable auto-reload/debug mode in production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npm run build → serve the static dist/ bundle via Nginx or a CDN, not the Vite dev server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 or Azure DevOps): lint, test, build, and deploy on merge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Dev / Test / Prod configs via .env files — no secrets or server names hardcoded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existing /health, /health/database, /health/views endpoints into real monitoring and alerting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before go-live — Finance.FactGL alone backs three pages (P&amp;L, Balance Sheet, Consolidation)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is the deployment target on-prem IIS or a cloud environment?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ADDING TO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Recommended Enhancements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while reviewing the codebase that reinforce the six core topics.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50545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remaining static pages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view and Cube Explorer metadata are still fully hardcoded — highest-priority functional gap per the current status review.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50545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0" y="3337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indexes on YearNumber/EntityName/AccountType, materialize heavy views, run weekly UPDATE STATISTICS.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50545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66760" y="3337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portal is reachable beyond localhost, throttle requests to prevent abuse and accidental overload.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70001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alerting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532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delta alerts and a freshness SLA per view — catch a failed ETL load before Finance runs month-end reports.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43400" y="43434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700016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financial views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0" y="5532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| Budget | Variance on every financial page — the most requested change from users migrating off TM1.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3434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676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700016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66760" y="5532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backup cadence and recovery plan for TM1EnterpriseDB before this becomes a production system of record.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THE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Phased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3024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Foundation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(JWT + login)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&amp; secrets mgmt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87368" y="35661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1488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059" y="230245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2834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6344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&amp; caching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/ audit logging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alerting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27848" y="35661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822960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0392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39" y="23024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2834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50392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Cutover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50392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(Nginx/IIS + Gunicorn)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load testing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Portal Roadmap Review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844906"/>
            <a:ext cx="321869" cy="3218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ALIGN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Today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internal accounts only, or SSO / Azure AD?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does the Admin / Finance / Manager / Viewer mapping match how teams actually work?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cadence: real-time, hourly, or nightly — what does Finance need for month-end close?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secrets: who owns the certificate and key-vault setup — IT or this team?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retention: 30, 60, or 90 days — any compliance requirement driving this?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target: on-prem IIS or a cloud environment?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Abhimanyu Sureka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EPM Portal — Security, Reliability &amp; Production Readiness</dc:title>
  <dc:subject>PptxGenJS Presentation</dc:subject>
  <dc:creator>Abhimanyu Sureka</dc:creator>
  <cp:lastModifiedBy>Abhimanyu Sureka</cp:lastModifiedBy>
  <cp:revision>1</cp:revision>
  <dcterms:created xsi:type="dcterms:W3CDTF">2026-07-01T15:10:46Z</dcterms:created>
  <dcterms:modified xsi:type="dcterms:W3CDTF">2026-07-01T15:10:46Z</dcterms:modified>
</cp:coreProperties>
</file>